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E1503-F8C5-4392-A3A4-EB353253B527}" v="349" dt="2025-10-14T01:03:09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kat Hasin Alavi" userId="35739ede1c10b294" providerId="Windows Live" clId="Web-{E13E1503-F8C5-4392-A3A4-EB353253B527}"/>
    <pc:docChg chg="addSld delSld modSld">
      <pc:chgData name="Safkat Hasin Alavi" userId="35739ede1c10b294" providerId="Windows Live" clId="Web-{E13E1503-F8C5-4392-A3A4-EB353253B527}" dt="2025-10-14T01:03:09.732" v="330" actId="20577"/>
      <pc:docMkLst>
        <pc:docMk/>
      </pc:docMkLst>
      <pc:sldChg chg="modSp">
        <pc:chgData name="Safkat Hasin Alavi" userId="35739ede1c10b294" providerId="Windows Live" clId="Web-{E13E1503-F8C5-4392-A3A4-EB353253B527}" dt="2025-10-13T23:59:14.137" v="46" actId="20577"/>
        <pc:sldMkLst>
          <pc:docMk/>
          <pc:sldMk cId="109857222" sldId="256"/>
        </pc:sldMkLst>
        <pc:spChg chg="mod">
          <ac:chgData name="Safkat Hasin Alavi" userId="35739ede1c10b294" providerId="Windows Live" clId="Web-{E13E1503-F8C5-4392-A3A4-EB353253B527}" dt="2025-10-13T23:56:11.588" v="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afkat Hasin Alavi" userId="35739ede1c10b294" providerId="Windows Live" clId="Web-{E13E1503-F8C5-4392-A3A4-EB353253B527}" dt="2025-10-13T23:59:14.137" v="4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Safkat Hasin Alavi" userId="35739ede1c10b294" providerId="Windows Live" clId="Web-{E13E1503-F8C5-4392-A3A4-EB353253B527}" dt="2025-10-14T00:01:49.576" v="66" actId="20577"/>
        <pc:sldMkLst>
          <pc:docMk/>
          <pc:sldMk cId="2403946414" sldId="257"/>
        </pc:sldMkLst>
        <pc:spChg chg="mod">
          <ac:chgData name="Safkat Hasin Alavi" userId="35739ede1c10b294" providerId="Windows Live" clId="Web-{E13E1503-F8C5-4392-A3A4-EB353253B527}" dt="2025-10-13T23:59:47.387" v="55" actId="20577"/>
          <ac:spMkLst>
            <pc:docMk/>
            <pc:sldMk cId="2403946414" sldId="257"/>
            <ac:spMk id="2" creationId="{07C3DEA7-88A3-936C-C93E-0461CE69DA37}"/>
          </ac:spMkLst>
        </pc:spChg>
        <pc:spChg chg="mod">
          <ac:chgData name="Safkat Hasin Alavi" userId="35739ede1c10b294" providerId="Windows Live" clId="Web-{E13E1503-F8C5-4392-A3A4-EB353253B527}" dt="2025-10-14T00:01:49.576" v="66" actId="20577"/>
          <ac:spMkLst>
            <pc:docMk/>
            <pc:sldMk cId="2403946414" sldId="257"/>
            <ac:spMk id="3" creationId="{97EE3446-6D55-532C-3E27-8405093CFC6B}"/>
          </ac:spMkLst>
        </pc:spChg>
        <pc:spChg chg="add del">
          <ac:chgData name="Safkat Hasin Alavi" userId="35739ede1c10b294" providerId="Windows Live" clId="Web-{E13E1503-F8C5-4392-A3A4-EB353253B527}" dt="2025-10-14T00:00:49.513" v="60"/>
          <ac:spMkLst>
            <pc:docMk/>
            <pc:sldMk cId="2403946414" sldId="257"/>
            <ac:spMk id="4" creationId="{377F55A1-F41D-EC34-9D16-30EE51CD405B}"/>
          </ac:spMkLst>
        </pc:spChg>
      </pc:sldChg>
      <pc:sldChg chg="addSp delSp modSp new del mod setBg modClrScheme chgLayout">
        <pc:chgData name="Safkat Hasin Alavi" userId="35739ede1c10b294" providerId="Windows Live" clId="Web-{E13E1503-F8C5-4392-A3A4-EB353253B527}" dt="2025-10-14T00:11:08.721" v="104"/>
        <pc:sldMkLst>
          <pc:docMk/>
          <pc:sldMk cId="609844017" sldId="258"/>
        </pc:sldMkLst>
        <pc:spChg chg="mod ord">
          <ac:chgData name="Safkat Hasin Alavi" userId="35739ede1c10b294" providerId="Windows Live" clId="Web-{E13E1503-F8C5-4392-A3A4-EB353253B527}" dt="2025-10-14T00:09:46.376" v="95"/>
          <ac:spMkLst>
            <pc:docMk/>
            <pc:sldMk cId="609844017" sldId="258"/>
            <ac:spMk id="2" creationId="{5E16B2B1-FE59-2806-BC77-697B9499EA67}"/>
          </ac:spMkLst>
        </pc:spChg>
        <pc:spChg chg="mod ord">
          <ac:chgData name="Safkat Hasin Alavi" userId="35739ede1c10b294" providerId="Windows Live" clId="Web-{E13E1503-F8C5-4392-A3A4-EB353253B527}" dt="2025-10-14T00:09:46.376" v="95"/>
          <ac:spMkLst>
            <pc:docMk/>
            <pc:sldMk cId="609844017" sldId="258"/>
            <ac:spMk id="3" creationId="{27FF86B2-618A-E191-95DC-5D009BAF0BC3}"/>
          </ac:spMkLst>
        </pc:spChg>
        <pc:spChg chg="add del mod ord">
          <ac:chgData name="Safkat Hasin Alavi" userId="35739ede1c10b294" providerId="Windows Live" clId="Web-{E13E1503-F8C5-4392-A3A4-EB353253B527}" dt="2025-10-14T00:09:10.189" v="87"/>
          <ac:spMkLst>
            <pc:docMk/>
            <pc:sldMk cId="609844017" sldId="258"/>
            <ac:spMk id="5" creationId="{1327BC47-3E39-DBC1-E5FA-692A9F83F8E4}"/>
          </ac:spMkLst>
        </pc:spChg>
        <pc:spChg chg="add del mod">
          <ac:chgData name="Safkat Hasin Alavi" userId="35739ede1c10b294" providerId="Windows Live" clId="Web-{E13E1503-F8C5-4392-A3A4-EB353253B527}" dt="2025-10-14T00:10:17.627" v="98"/>
          <ac:spMkLst>
            <pc:docMk/>
            <pc:sldMk cId="609844017" sldId="258"/>
            <ac:spMk id="8" creationId="{2331D831-C0B5-9CA5-97F9-6A3889FE728D}"/>
          </ac:spMkLst>
        </pc:spChg>
        <pc:spChg chg="add del">
          <ac:chgData name="Safkat Hasin Alavi" userId="35739ede1c10b294" providerId="Windows Live" clId="Web-{E13E1503-F8C5-4392-A3A4-EB353253B527}" dt="2025-10-14T00:09:27.720" v="91"/>
          <ac:spMkLst>
            <pc:docMk/>
            <pc:sldMk cId="609844017" sldId="258"/>
            <ac:spMk id="11" creationId="{0288C6B4-AFC3-407F-A595-EFFD38D4CCAF}"/>
          </ac:spMkLst>
        </pc:spChg>
        <pc:spChg chg="add mod">
          <ac:chgData name="Safkat Hasin Alavi" userId="35739ede1c10b294" providerId="Windows Live" clId="Web-{E13E1503-F8C5-4392-A3A4-EB353253B527}" dt="2025-10-14T00:10:41.111" v="99"/>
          <ac:spMkLst>
            <pc:docMk/>
            <pc:sldMk cId="609844017" sldId="258"/>
            <ac:spMk id="12" creationId="{6539485D-332A-C6C8-EAA8-6E7CA80BED48}"/>
          </ac:spMkLst>
        </pc:spChg>
        <pc:spChg chg="add del">
          <ac:chgData name="Safkat Hasin Alavi" userId="35739ede1c10b294" providerId="Windows Live" clId="Web-{E13E1503-F8C5-4392-A3A4-EB353253B527}" dt="2025-10-14T00:09:27.720" v="91"/>
          <ac:spMkLst>
            <pc:docMk/>
            <pc:sldMk cId="609844017" sldId="258"/>
            <ac:spMk id="13" creationId="{CF236821-17FE-429B-8D2C-08E13A64EA40}"/>
          </ac:spMkLst>
        </pc:spChg>
        <pc:spChg chg="add del">
          <ac:chgData name="Safkat Hasin Alavi" userId="35739ede1c10b294" providerId="Windows Live" clId="Web-{E13E1503-F8C5-4392-A3A4-EB353253B527}" dt="2025-10-14T00:09:27.720" v="91"/>
          <ac:spMkLst>
            <pc:docMk/>
            <pc:sldMk cId="609844017" sldId="258"/>
            <ac:spMk id="15" creationId="{C0BDBCD2-E081-43AB-9119-C55465E59757}"/>
          </ac:spMkLst>
        </pc:spChg>
        <pc:spChg chg="add del">
          <ac:chgData name="Safkat Hasin Alavi" userId="35739ede1c10b294" providerId="Windows Live" clId="Web-{E13E1503-F8C5-4392-A3A4-EB353253B527}" dt="2025-10-14T00:09:27.720" v="91"/>
          <ac:spMkLst>
            <pc:docMk/>
            <pc:sldMk cId="609844017" sldId="258"/>
            <ac:spMk id="17" creationId="{98E79BE4-34FE-485A-98A5-92CE8F7C4743}"/>
          </ac:spMkLst>
        </pc:spChg>
        <pc:spChg chg="add del">
          <ac:chgData name="Safkat Hasin Alavi" userId="35739ede1c10b294" providerId="Windows Live" clId="Web-{E13E1503-F8C5-4392-A3A4-EB353253B527}" dt="2025-10-14T00:09:27.720" v="91"/>
          <ac:spMkLst>
            <pc:docMk/>
            <pc:sldMk cId="609844017" sldId="258"/>
            <ac:spMk id="19" creationId="{7A5F0580-5EE9-419F-96EE-B6529EF6E7D0}"/>
          </ac:spMkLst>
        </pc:spChg>
        <pc:spChg chg="add del">
          <ac:chgData name="Safkat Hasin Alavi" userId="35739ede1c10b294" providerId="Windows Live" clId="Web-{E13E1503-F8C5-4392-A3A4-EB353253B527}" dt="2025-10-14T00:09:30.158" v="93"/>
          <ac:spMkLst>
            <pc:docMk/>
            <pc:sldMk cId="609844017" sldId="258"/>
            <ac:spMk id="21" creationId="{DBC6133C-0615-4CE4-9132-37E609A9BDFA}"/>
          </ac:spMkLst>
        </pc:spChg>
        <pc:spChg chg="add del">
          <ac:chgData name="Safkat Hasin Alavi" userId="35739ede1c10b294" providerId="Windows Live" clId="Web-{E13E1503-F8C5-4392-A3A4-EB353253B527}" dt="2025-10-14T00:09:30.158" v="93"/>
          <ac:spMkLst>
            <pc:docMk/>
            <pc:sldMk cId="609844017" sldId="258"/>
            <ac:spMk id="22" creationId="{169CC832-2974-4E8D-90ED-3E2941BA7336}"/>
          </ac:spMkLst>
        </pc:spChg>
        <pc:spChg chg="add del">
          <ac:chgData name="Safkat Hasin Alavi" userId="35739ede1c10b294" providerId="Windows Live" clId="Web-{E13E1503-F8C5-4392-A3A4-EB353253B527}" dt="2025-10-14T00:09:30.158" v="93"/>
          <ac:spMkLst>
            <pc:docMk/>
            <pc:sldMk cId="609844017" sldId="258"/>
            <ac:spMk id="23" creationId="{55222F96-971A-4F90-B841-6BAB416C7AC1}"/>
          </ac:spMkLst>
        </pc:spChg>
        <pc:spChg chg="add del">
          <ac:chgData name="Safkat Hasin Alavi" userId="35739ede1c10b294" providerId="Windows Live" clId="Web-{E13E1503-F8C5-4392-A3A4-EB353253B527}" dt="2025-10-14T00:09:30.158" v="93"/>
          <ac:spMkLst>
            <pc:docMk/>
            <pc:sldMk cId="609844017" sldId="258"/>
            <ac:spMk id="24" creationId="{08980754-6F4B-43C9-B9BE-127B6BED6586}"/>
          </ac:spMkLst>
        </pc:spChg>
        <pc:spChg chg="add del">
          <ac:chgData name="Safkat Hasin Alavi" userId="35739ede1c10b294" providerId="Windows Live" clId="Web-{E13E1503-F8C5-4392-A3A4-EB353253B527}" dt="2025-10-14T00:09:30.158" v="93"/>
          <ac:spMkLst>
            <pc:docMk/>
            <pc:sldMk cId="609844017" sldId="258"/>
            <ac:spMk id="25" creationId="{2C1BBA94-3F40-40AA-8BB9-E69E25E537C1}"/>
          </ac:spMkLst>
        </pc:spChg>
        <pc:spChg chg="add del">
          <ac:chgData name="Safkat Hasin Alavi" userId="35739ede1c10b294" providerId="Windows Live" clId="Web-{E13E1503-F8C5-4392-A3A4-EB353253B527}" dt="2025-10-14T00:09:46.376" v="95"/>
          <ac:spMkLst>
            <pc:docMk/>
            <pc:sldMk cId="609844017" sldId="258"/>
            <ac:spMk id="27" creationId="{2B97F24A-32CE-4C1C-A50D-3016B394DCFB}"/>
          </ac:spMkLst>
        </pc:spChg>
        <pc:spChg chg="add del">
          <ac:chgData name="Safkat Hasin Alavi" userId="35739ede1c10b294" providerId="Windows Live" clId="Web-{E13E1503-F8C5-4392-A3A4-EB353253B527}" dt="2025-10-14T00:09:46.376" v="95"/>
          <ac:spMkLst>
            <pc:docMk/>
            <pc:sldMk cId="609844017" sldId="258"/>
            <ac:spMk id="28" creationId="{CD8B4F24-440B-49E9-B85D-733523DC064B}"/>
          </ac:spMkLst>
        </pc:spChg>
        <pc:picChg chg="add del mod">
          <ac:chgData name="Safkat Hasin Alavi" userId="35739ede1c10b294" providerId="Windows Live" clId="Web-{E13E1503-F8C5-4392-A3A4-EB353253B527}" dt="2025-10-14T00:08:44.501" v="85"/>
          <ac:picMkLst>
            <pc:docMk/>
            <pc:sldMk cId="609844017" sldId="258"/>
            <ac:picMk id="4" creationId="{692E3A54-8E5E-1B87-3D22-438B4F7344B8}"/>
          </ac:picMkLst>
        </pc:picChg>
        <pc:picChg chg="add del mod ord">
          <ac:chgData name="Safkat Hasin Alavi" userId="35739ede1c10b294" providerId="Windows Live" clId="Web-{E13E1503-F8C5-4392-A3A4-EB353253B527}" dt="2025-10-14T00:10:15.799" v="97"/>
          <ac:picMkLst>
            <pc:docMk/>
            <pc:sldMk cId="609844017" sldId="258"/>
            <ac:picMk id="6" creationId="{DAEB049C-CB00-3098-4635-B055BCA9394A}"/>
          </ac:picMkLst>
        </pc:picChg>
        <pc:picChg chg="add del mod ord">
          <ac:chgData name="Safkat Hasin Alavi" userId="35739ede1c10b294" providerId="Windows Live" clId="Web-{E13E1503-F8C5-4392-A3A4-EB353253B527}" dt="2025-10-14T00:10:41.111" v="99"/>
          <ac:picMkLst>
            <pc:docMk/>
            <pc:sldMk cId="609844017" sldId="258"/>
            <ac:picMk id="9" creationId="{905FF7DD-4DB9-9725-83B1-70362BC4E2BF}"/>
          </ac:picMkLst>
        </pc:picChg>
      </pc:sldChg>
      <pc:sldChg chg="addSp delSp modSp add replId">
        <pc:chgData name="Safkat Hasin Alavi" userId="35739ede1c10b294" providerId="Windows Live" clId="Web-{E13E1503-F8C5-4392-A3A4-EB353253B527}" dt="2025-10-14T00:10:58.549" v="103"/>
        <pc:sldMkLst>
          <pc:docMk/>
          <pc:sldMk cId="2941676802" sldId="259"/>
        </pc:sldMkLst>
        <pc:spChg chg="del">
          <ac:chgData name="Safkat Hasin Alavi" userId="35739ede1c10b294" providerId="Windows Live" clId="Web-{E13E1503-F8C5-4392-A3A4-EB353253B527}" dt="2025-10-14T00:10:58.549" v="103"/>
          <ac:spMkLst>
            <pc:docMk/>
            <pc:sldMk cId="2941676802" sldId="259"/>
            <ac:spMk id="12" creationId="{1337C3DB-A47E-F55B-051D-6CAF8418AD15}"/>
          </ac:spMkLst>
        </pc:spChg>
        <pc:picChg chg="add mod ord">
          <ac:chgData name="Safkat Hasin Alavi" userId="35739ede1c10b294" providerId="Windows Live" clId="Web-{E13E1503-F8C5-4392-A3A4-EB353253B527}" dt="2025-10-14T00:10:58.549" v="103"/>
          <ac:picMkLst>
            <pc:docMk/>
            <pc:sldMk cId="2941676802" sldId="259"/>
            <ac:picMk id="4" creationId="{A126FE0D-ADCA-D8C3-11F1-AC526BF9497C}"/>
          </ac:picMkLst>
        </pc:picChg>
      </pc:sldChg>
      <pc:sldChg chg="add del replId">
        <pc:chgData name="Safkat Hasin Alavi" userId="35739ede1c10b294" providerId="Windows Live" clId="Web-{E13E1503-F8C5-4392-A3A4-EB353253B527}" dt="2025-10-14T00:10:50.174" v="102"/>
        <pc:sldMkLst>
          <pc:docMk/>
          <pc:sldMk cId="1203135004" sldId="260"/>
        </pc:sldMkLst>
      </pc:sldChg>
      <pc:sldChg chg="addSp delSp modSp add replId">
        <pc:chgData name="Safkat Hasin Alavi" userId="35739ede1c10b294" providerId="Windows Live" clId="Web-{E13E1503-F8C5-4392-A3A4-EB353253B527}" dt="2025-10-14T00:22:06.711" v="148" actId="20577"/>
        <pc:sldMkLst>
          <pc:docMk/>
          <pc:sldMk cId="1693143660" sldId="260"/>
        </pc:sldMkLst>
        <pc:spChg chg="mod">
          <ac:chgData name="Safkat Hasin Alavi" userId="35739ede1c10b294" providerId="Windows Live" clId="Web-{E13E1503-F8C5-4392-A3A4-EB353253B527}" dt="2025-10-14T00:14:50.487" v="108" actId="20577"/>
          <ac:spMkLst>
            <pc:docMk/>
            <pc:sldMk cId="1693143660" sldId="260"/>
            <ac:spMk id="2" creationId="{E77A5397-29BA-9291-58B8-F26EC659D91F}"/>
          </ac:spMkLst>
        </pc:spChg>
        <pc:spChg chg="mod">
          <ac:chgData name="Safkat Hasin Alavi" userId="35739ede1c10b294" providerId="Windows Live" clId="Web-{E13E1503-F8C5-4392-A3A4-EB353253B527}" dt="2025-10-14T00:22:06.711" v="148" actId="20577"/>
          <ac:spMkLst>
            <pc:docMk/>
            <pc:sldMk cId="1693143660" sldId="260"/>
            <ac:spMk id="3" creationId="{21BF5232-777B-FC88-306E-533F57951AD3}"/>
          </ac:spMkLst>
        </pc:spChg>
        <pc:spChg chg="add del mod">
          <ac:chgData name="Safkat Hasin Alavi" userId="35739ede1c10b294" providerId="Windows Live" clId="Web-{E13E1503-F8C5-4392-A3A4-EB353253B527}" dt="2025-10-14T00:18:19.785" v="139"/>
          <ac:spMkLst>
            <pc:docMk/>
            <pc:sldMk cId="1693143660" sldId="260"/>
            <ac:spMk id="6" creationId="{C7AC91F9-1D9F-71C9-87C9-71A8C45CDD8A}"/>
          </ac:spMkLst>
        </pc:spChg>
        <pc:spChg chg="add del mod">
          <ac:chgData name="Safkat Hasin Alavi" userId="35739ede1c10b294" providerId="Windows Live" clId="Web-{E13E1503-F8C5-4392-A3A4-EB353253B527}" dt="2025-10-14T00:19:30.568" v="142"/>
          <ac:spMkLst>
            <pc:docMk/>
            <pc:sldMk cId="1693143660" sldId="260"/>
            <ac:spMk id="9" creationId="{7E88520A-4009-1A63-0652-0D66FE25D753}"/>
          </ac:spMkLst>
        </pc:spChg>
        <pc:picChg chg="del mod">
          <ac:chgData name="Safkat Hasin Alavi" userId="35739ede1c10b294" providerId="Windows Live" clId="Web-{E13E1503-F8C5-4392-A3A4-EB353253B527}" dt="2025-10-14T00:18:16.785" v="138"/>
          <ac:picMkLst>
            <pc:docMk/>
            <pc:sldMk cId="1693143660" sldId="260"/>
            <ac:picMk id="4" creationId="{154B366A-D874-18A5-30FC-7266574C5107}"/>
          </ac:picMkLst>
        </pc:picChg>
        <pc:picChg chg="add del mod ord">
          <ac:chgData name="Safkat Hasin Alavi" userId="35739ede1c10b294" providerId="Windows Live" clId="Web-{E13E1503-F8C5-4392-A3A4-EB353253B527}" dt="2025-10-14T00:19:06.536" v="141"/>
          <ac:picMkLst>
            <pc:docMk/>
            <pc:sldMk cId="1693143660" sldId="260"/>
            <ac:picMk id="7" creationId="{B87F6DFF-B293-D3CB-0956-EDD43F0068F8}"/>
          </ac:picMkLst>
        </pc:picChg>
        <pc:picChg chg="add mod ord">
          <ac:chgData name="Safkat Hasin Alavi" userId="35739ede1c10b294" providerId="Windows Live" clId="Web-{E13E1503-F8C5-4392-A3A4-EB353253B527}" dt="2025-10-14T00:19:40.271" v="143" actId="1076"/>
          <ac:picMkLst>
            <pc:docMk/>
            <pc:sldMk cId="1693143660" sldId="260"/>
            <ac:picMk id="10" creationId="{73D7BB1C-EDF8-CA2E-F566-1B0800F70EA5}"/>
          </ac:picMkLst>
        </pc:picChg>
      </pc:sldChg>
      <pc:sldChg chg="addSp delSp modSp add replId">
        <pc:chgData name="Safkat Hasin Alavi" userId="35739ede1c10b294" providerId="Windows Live" clId="Web-{E13E1503-F8C5-4392-A3A4-EB353253B527}" dt="2025-10-14T00:24:58.309" v="186"/>
        <pc:sldMkLst>
          <pc:docMk/>
          <pc:sldMk cId="3405945568" sldId="261"/>
        </pc:sldMkLst>
        <pc:spChg chg="mod">
          <ac:chgData name="Safkat Hasin Alavi" userId="35739ede1c10b294" providerId="Windows Live" clId="Web-{E13E1503-F8C5-4392-A3A4-EB353253B527}" dt="2025-10-14T00:22:57.758" v="176" actId="14100"/>
          <ac:spMkLst>
            <pc:docMk/>
            <pc:sldMk cId="3405945568" sldId="261"/>
            <ac:spMk id="2" creationId="{0EF65E74-95C5-D288-5260-C23CFF67811D}"/>
          </ac:spMkLst>
        </pc:spChg>
        <pc:spChg chg="mod">
          <ac:chgData name="Safkat Hasin Alavi" userId="35739ede1c10b294" providerId="Windows Live" clId="Web-{E13E1503-F8C5-4392-A3A4-EB353253B527}" dt="2025-10-14T00:23:53.260" v="184" actId="20577"/>
          <ac:spMkLst>
            <pc:docMk/>
            <pc:sldMk cId="3405945568" sldId="261"/>
            <ac:spMk id="3" creationId="{089B8132-9D5F-6325-6F83-758A27C6EF2E}"/>
          </ac:spMkLst>
        </pc:spChg>
        <pc:spChg chg="add del mod">
          <ac:chgData name="Safkat Hasin Alavi" userId="35739ede1c10b294" providerId="Windows Live" clId="Web-{E13E1503-F8C5-4392-A3A4-EB353253B527}" dt="2025-10-14T00:24:58.309" v="186"/>
          <ac:spMkLst>
            <pc:docMk/>
            <pc:sldMk cId="3405945568" sldId="261"/>
            <ac:spMk id="5" creationId="{9F14A700-2A9D-24AD-8717-CF03D689CDD9}"/>
          </ac:spMkLst>
        </pc:spChg>
        <pc:picChg chg="add mod ord">
          <ac:chgData name="Safkat Hasin Alavi" userId="35739ede1c10b294" providerId="Windows Live" clId="Web-{E13E1503-F8C5-4392-A3A4-EB353253B527}" dt="2025-10-14T00:24:58.309" v="186"/>
          <ac:picMkLst>
            <pc:docMk/>
            <pc:sldMk cId="3405945568" sldId="261"/>
            <ac:picMk id="6" creationId="{B56A880B-4834-CCE6-D644-7989C14DB65C}"/>
          </ac:picMkLst>
        </pc:picChg>
        <pc:picChg chg="del">
          <ac:chgData name="Safkat Hasin Alavi" userId="35739ede1c10b294" providerId="Windows Live" clId="Web-{E13E1503-F8C5-4392-A3A4-EB353253B527}" dt="2025-10-14T00:23:56.791" v="185"/>
          <ac:picMkLst>
            <pc:docMk/>
            <pc:sldMk cId="3405945568" sldId="261"/>
            <ac:picMk id="10" creationId="{BCD2539D-F26C-EF3F-6CB6-C50515400FC8}"/>
          </ac:picMkLst>
        </pc:picChg>
      </pc:sldChg>
      <pc:sldChg chg="addSp delSp modSp add mod replId setBg">
        <pc:chgData name="Safkat Hasin Alavi" userId="35739ede1c10b294" providerId="Windows Live" clId="Web-{E13E1503-F8C5-4392-A3A4-EB353253B527}" dt="2025-10-14T00:35:18.730" v="199"/>
        <pc:sldMkLst>
          <pc:docMk/>
          <pc:sldMk cId="3541164140" sldId="262"/>
        </pc:sldMkLst>
        <pc:spChg chg="mod">
          <ac:chgData name="Safkat Hasin Alavi" userId="35739ede1c10b294" providerId="Windows Live" clId="Web-{E13E1503-F8C5-4392-A3A4-EB353253B527}" dt="2025-10-14T00:35:10.495" v="198"/>
          <ac:spMkLst>
            <pc:docMk/>
            <pc:sldMk cId="3541164140" sldId="262"/>
            <ac:spMk id="2" creationId="{AD0A54A3-7E54-9C87-4850-8A3F3CA3FC91}"/>
          </ac:spMkLst>
        </pc:spChg>
        <pc:spChg chg="mod">
          <ac:chgData name="Safkat Hasin Alavi" userId="35739ede1c10b294" providerId="Windows Live" clId="Web-{E13E1503-F8C5-4392-A3A4-EB353253B527}" dt="2025-10-14T00:35:10.495" v="198"/>
          <ac:spMkLst>
            <pc:docMk/>
            <pc:sldMk cId="3541164140" sldId="262"/>
            <ac:spMk id="3" creationId="{DE297991-5CF0-26E7-DE40-B8E13CC00876}"/>
          </ac:spMkLst>
        </pc:spChg>
        <pc:spChg chg="add del mod">
          <ac:chgData name="Safkat Hasin Alavi" userId="35739ede1c10b294" providerId="Windows Live" clId="Web-{E13E1503-F8C5-4392-A3A4-EB353253B527}" dt="2025-10-14T00:34:56.698" v="195"/>
          <ac:spMkLst>
            <pc:docMk/>
            <pc:sldMk cId="3541164140" sldId="262"/>
            <ac:spMk id="5" creationId="{F8A4BFBA-5C4D-A2C3-CD59-3E618A53D96B}"/>
          </ac:spMkLst>
        </pc:spChg>
        <pc:spChg chg="add">
          <ac:chgData name="Safkat Hasin Alavi" userId="35739ede1c10b294" providerId="Windows Live" clId="Web-{E13E1503-F8C5-4392-A3A4-EB353253B527}" dt="2025-10-14T00:35:10.495" v="198"/>
          <ac:spMkLst>
            <pc:docMk/>
            <pc:sldMk cId="3541164140" sldId="262"/>
            <ac:spMk id="12" creationId="{F94AA2BD-2E3F-4B1D-8127-5744B8115311}"/>
          </ac:spMkLst>
        </pc:spChg>
        <pc:spChg chg="add del">
          <ac:chgData name="Safkat Hasin Alavi" userId="35739ede1c10b294" providerId="Windows Live" clId="Web-{E13E1503-F8C5-4392-A3A4-EB353253B527}" dt="2025-10-14T00:35:18.730" v="199"/>
          <ac:spMkLst>
            <pc:docMk/>
            <pc:sldMk cId="3541164140" sldId="262"/>
            <ac:spMk id="14" creationId="{4BD02261-2DC8-4AA8-9E16-7751AE892445}"/>
          </ac:spMkLst>
        </pc:spChg>
        <pc:spChg chg="add">
          <ac:chgData name="Safkat Hasin Alavi" userId="35739ede1c10b294" providerId="Windows Live" clId="Web-{E13E1503-F8C5-4392-A3A4-EB353253B527}" dt="2025-10-14T00:35:10.495" v="198"/>
          <ac:spMkLst>
            <pc:docMk/>
            <pc:sldMk cId="3541164140" sldId="262"/>
            <ac:spMk id="16" creationId="{3D752CF2-2291-40B5-B462-C17B174C10BC}"/>
          </ac:spMkLst>
        </pc:spChg>
        <pc:picChg chg="del mod">
          <ac:chgData name="Safkat Hasin Alavi" userId="35739ede1c10b294" providerId="Windows Live" clId="Web-{E13E1503-F8C5-4392-A3A4-EB353253B527}" dt="2025-10-14T00:34:52.526" v="194"/>
          <ac:picMkLst>
            <pc:docMk/>
            <pc:sldMk cId="3541164140" sldId="262"/>
            <ac:picMk id="6" creationId="{139FA392-0595-1531-E613-668C557E413B}"/>
          </ac:picMkLst>
        </pc:picChg>
        <pc:picChg chg="add mod ord">
          <ac:chgData name="Safkat Hasin Alavi" userId="35739ede1c10b294" providerId="Windows Live" clId="Web-{E13E1503-F8C5-4392-A3A4-EB353253B527}" dt="2025-10-14T00:35:10.495" v="198"/>
          <ac:picMkLst>
            <pc:docMk/>
            <pc:sldMk cId="3541164140" sldId="262"/>
            <ac:picMk id="7" creationId="{53EAF66D-5690-2EB1-2B06-7939432928C3}"/>
          </ac:picMkLst>
        </pc:picChg>
      </pc:sldChg>
      <pc:sldChg chg="addSp delSp modSp add replId">
        <pc:chgData name="Safkat Hasin Alavi" userId="35739ede1c10b294" providerId="Windows Live" clId="Web-{E13E1503-F8C5-4392-A3A4-EB353253B527}" dt="2025-10-14T00:45:16.025" v="255"/>
        <pc:sldMkLst>
          <pc:docMk/>
          <pc:sldMk cId="3589118075" sldId="263"/>
        </pc:sldMkLst>
        <pc:spChg chg="mod">
          <ac:chgData name="Safkat Hasin Alavi" userId="35739ede1c10b294" providerId="Windows Live" clId="Web-{E13E1503-F8C5-4392-A3A4-EB353253B527}" dt="2025-10-14T00:38:16.935" v="215" actId="14100"/>
          <ac:spMkLst>
            <pc:docMk/>
            <pc:sldMk cId="3589118075" sldId="263"/>
            <ac:spMk id="2" creationId="{A4014539-B9AB-A70F-7504-C30C5D830FB1}"/>
          </ac:spMkLst>
        </pc:spChg>
        <pc:spChg chg="mod">
          <ac:chgData name="Safkat Hasin Alavi" userId="35739ede1c10b294" providerId="Windows Live" clId="Web-{E13E1503-F8C5-4392-A3A4-EB353253B527}" dt="2025-10-14T00:43:30.522" v="253" actId="20577"/>
          <ac:spMkLst>
            <pc:docMk/>
            <pc:sldMk cId="3589118075" sldId="263"/>
            <ac:spMk id="3" creationId="{94F7B792-C06A-9ABD-4102-8D92ABFED323}"/>
          </ac:spMkLst>
        </pc:spChg>
        <pc:spChg chg="add del mod">
          <ac:chgData name="Safkat Hasin Alavi" userId="35739ede1c10b294" providerId="Windows Live" clId="Web-{E13E1503-F8C5-4392-A3A4-EB353253B527}" dt="2025-10-14T00:45:16.025" v="255"/>
          <ac:spMkLst>
            <pc:docMk/>
            <pc:sldMk cId="3589118075" sldId="263"/>
            <ac:spMk id="5" creationId="{C96D140F-296A-1FBF-E86B-3D4030A4454F}"/>
          </ac:spMkLst>
        </pc:spChg>
        <pc:picChg chg="add mod ord">
          <ac:chgData name="Safkat Hasin Alavi" userId="35739ede1c10b294" providerId="Windows Live" clId="Web-{E13E1503-F8C5-4392-A3A4-EB353253B527}" dt="2025-10-14T00:45:16.025" v="255"/>
          <ac:picMkLst>
            <pc:docMk/>
            <pc:sldMk cId="3589118075" sldId="263"/>
            <ac:picMk id="6" creationId="{ABFE8DCF-7645-2F3B-E4D3-68B5FAC95AEB}"/>
          </ac:picMkLst>
        </pc:picChg>
        <pc:picChg chg="del">
          <ac:chgData name="Safkat Hasin Alavi" userId="35739ede1c10b294" providerId="Windows Live" clId="Web-{E13E1503-F8C5-4392-A3A4-EB353253B527}" dt="2025-10-14T00:45:14.071" v="254"/>
          <ac:picMkLst>
            <pc:docMk/>
            <pc:sldMk cId="3589118075" sldId="263"/>
            <ac:picMk id="7" creationId="{B7F1A6C0-1632-A573-72CC-C45CDDA3BDE0}"/>
          </ac:picMkLst>
        </pc:picChg>
      </pc:sldChg>
      <pc:sldChg chg="addSp delSp modSp add replId">
        <pc:chgData name="Safkat Hasin Alavi" userId="35739ede1c10b294" providerId="Windows Live" clId="Web-{E13E1503-F8C5-4392-A3A4-EB353253B527}" dt="2025-10-14T00:48:48.247" v="263"/>
        <pc:sldMkLst>
          <pc:docMk/>
          <pc:sldMk cId="1650683839" sldId="264"/>
        </pc:sldMkLst>
        <pc:spChg chg="mod">
          <ac:chgData name="Safkat Hasin Alavi" userId="35739ede1c10b294" providerId="Windows Live" clId="Web-{E13E1503-F8C5-4392-A3A4-EB353253B527}" dt="2025-10-14T00:46:37.464" v="258" actId="20577"/>
          <ac:spMkLst>
            <pc:docMk/>
            <pc:sldMk cId="1650683839" sldId="264"/>
            <ac:spMk id="2" creationId="{3088A0F6-4E20-8111-5A1F-F7060C8439D7}"/>
          </ac:spMkLst>
        </pc:spChg>
        <pc:spChg chg="mod">
          <ac:chgData name="Safkat Hasin Alavi" userId="35739ede1c10b294" providerId="Windows Live" clId="Web-{E13E1503-F8C5-4392-A3A4-EB353253B527}" dt="2025-10-14T00:46:44.714" v="261" actId="20577"/>
          <ac:spMkLst>
            <pc:docMk/>
            <pc:sldMk cId="1650683839" sldId="264"/>
            <ac:spMk id="3" creationId="{F6C0D26F-FE7B-67F5-4242-33EE56A79E6B}"/>
          </ac:spMkLst>
        </pc:spChg>
        <pc:spChg chg="add del mod">
          <ac:chgData name="Safkat Hasin Alavi" userId="35739ede1c10b294" providerId="Windows Live" clId="Web-{E13E1503-F8C5-4392-A3A4-EB353253B527}" dt="2025-10-14T00:48:48.247" v="263"/>
          <ac:spMkLst>
            <pc:docMk/>
            <pc:sldMk cId="1650683839" sldId="264"/>
            <ac:spMk id="5" creationId="{FAB32C29-29DF-B3DA-278E-A7EEFA01EFC5}"/>
          </ac:spMkLst>
        </pc:spChg>
        <pc:picChg chg="del">
          <ac:chgData name="Safkat Hasin Alavi" userId="35739ede1c10b294" providerId="Windows Live" clId="Web-{E13E1503-F8C5-4392-A3A4-EB353253B527}" dt="2025-10-14T00:46:50.276" v="262"/>
          <ac:picMkLst>
            <pc:docMk/>
            <pc:sldMk cId="1650683839" sldId="264"/>
            <ac:picMk id="6" creationId="{3A23B196-D1A4-A26E-F200-856C80669940}"/>
          </ac:picMkLst>
        </pc:picChg>
        <pc:picChg chg="add mod ord">
          <ac:chgData name="Safkat Hasin Alavi" userId="35739ede1c10b294" providerId="Windows Live" clId="Web-{E13E1503-F8C5-4392-A3A4-EB353253B527}" dt="2025-10-14T00:48:48.247" v="263"/>
          <ac:picMkLst>
            <pc:docMk/>
            <pc:sldMk cId="1650683839" sldId="264"/>
            <ac:picMk id="7" creationId="{FC7816A1-7506-E0CC-12FD-EFFC8FB57B5E}"/>
          </ac:picMkLst>
        </pc:picChg>
      </pc:sldChg>
      <pc:sldChg chg="addSp delSp modSp add replId">
        <pc:chgData name="Safkat Hasin Alavi" userId="35739ede1c10b294" providerId="Windows Live" clId="Web-{E13E1503-F8C5-4392-A3A4-EB353253B527}" dt="2025-10-14T00:54:53.430" v="276"/>
        <pc:sldMkLst>
          <pc:docMk/>
          <pc:sldMk cId="65181410" sldId="265"/>
        </pc:sldMkLst>
        <pc:spChg chg="mod">
          <ac:chgData name="Safkat Hasin Alavi" userId="35739ede1c10b294" providerId="Windows Live" clId="Web-{E13E1503-F8C5-4392-A3A4-EB353253B527}" dt="2025-10-14T00:51:03.596" v="267" actId="20577"/>
          <ac:spMkLst>
            <pc:docMk/>
            <pc:sldMk cId="65181410" sldId="265"/>
            <ac:spMk id="2" creationId="{54E315F2-F497-C7D9-66BD-27F31F5A86EC}"/>
          </ac:spMkLst>
        </pc:spChg>
        <pc:spChg chg="mod">
          <ac:chgData name="Safkat Hasin Alavi" userId="35739ede1c10b294" providerId="Windows Live" clId="Web-{E13E1503-F8C5-4392-A3A4-EB353253B527}" dt="2025-10-14T00:54:05.226" v="272" actId="20577"/>
          <ac:spMkLst>
            <pc:docMk/>
            <pc:sldMk cId="65181410" sldId="265"/>
            <ac:spMk id="3" creationId="{7D09F278-4F26-99DC-32E6-0C5B935F12FC}"/>
          </ac:spMkLst>
        </pc:spChg>
        <pc:spChg chg="add del mod">
          <ac:chgData name="Safkat Hasin Alavi" userId="35739ede1c10b294" providerId="Windows Live" clId="Web-{E13E1503-F8C5-4392-A3A4-EB353253B527}" dt="2025-10-14T00:54:35.477" v="274"/>
          <ac:spMkLst>
            <pc:docMk/>
            <pc:sldMk cId="65181410" sldId="265"/>
            <ac:spMk id="5" creationId="{35194F5F-2E4F-CD0B-8DA3-BCDE06D39899}"/>
          </ac:spMkLst>
        </pc:spChg>
        <pc:spChg chg="add del mod">
          <ac:chgData name="Safkat Hasin Alavi" userId="35739ede1c10b294" providerId="Windows Live" clId="Web-{E13E1503-F8C5-4392-A3A4-EB353253B527}" dt="2025-10-14T00:54:53.430" v="276"/>
          <ac:spMkLst>
            <pc:docMk/>
            <pc:sldMk cId="65181410" sldId="265"/>
            <ac:spMk id="9" creationId="{D96B34C7-6D29-319C-D849-40E9043D5F8D}"/>
          </ac:spMkLst>
        </pc:spChg>
        <pc:picChg chg="add del mod ord">
          <ac:chgData name="Safkat Hasin Alavi" userId="35739ede1c10b294" providerId="Windows Live" clId="Web-{E13E1503-F8C5-4392-A3A4-EB353253B527}" dt="2025-10-14T00:54:46.446" v="275"/>
          <ac:picMkLst>
            <pc:docMk/>
            <pc:sldMk cId="65181410" sldId="265"/>
            <ac:picMk id="6" creationId="{825E0134-1D71-3556-9EED-1DB46A26ACAE}"/>
          </ac:picMkLst>
        </pc:picChg>
        <pc:picChg chg="del">
          <ac:chgData name="Safkat Hasin Alavi" userId="35739ede1c10b294" providerId="Windows Live" clId="Web-{E13E1503-F8C5-4392-A3A4-EB353253B527}" dt="2025-10-14T00:54:13.179" v="273"/>
          <ac:picMkLst>
            <pc:docMk/>
            <pc:sldMk cId="65181410" sldId="265"/>
            <ac:picMk id="7" creationId="{7672F1B7-200C-E31A-68E5-93692E87946F}"/>
          </ac:picMkLst>
        </pc:picChg>
        <pc:picChg chg="add mod ord">
          <ac:chgData name="Safkat Hasin Alavi" userId="35739ede1c10b294" providerId="Windows Live" clId="Web-{E13E1503-F8C5-4392-A3A4-EB353253B527}" dt="2025-10-14T00:54:53.430" v="276"/>
          <ac:picMkLst>
            <pc:docMk/>
            <pc:sldMk cId="65181410" sldId="265"/>
            <ac:picMk id="10" creationId="{D774C36B-264F-0C62-E9E3-7F53FA5C088B}"/>
          </ac:picMkLst>
        </pc:picChg>
      </pc:sldChg>
      <pc:sldChg chg="addSp delSp modSp add replId">
        <pc:chgData name="Safkat Hasin Alavi" userId="35739ede1c10b294" providerId="Windows Live" clId="Web-{E13E1503-F8C5-4392-A3A4-EB353253B527}" dt="2025-10-14T01:00:56.434" v="302" actId="1076"/>
        <pc:sldMkLst>
          <pc:docMk/>
          <pc:sldMk cId="710964598" sldId="266"/>
        </pc:sldMkLst>
        <pc:spChg chg="mod">
          <ac:chgData name="Safkat Hasin Alavi" userId="35739ede1c10b294" providerId="Windows Live" clId="Web-{E13E1503-F8C5-4392-A3A4-EB353253B527}" dt="2025-10-14T00:57:55.933" v="279" actId="20577"/>
          <ac:spMkLst>
            <pc:docMk/>
            <pc:sldMk cId="710964598" sldId="266"/>
            <ac:spMk id="2" creationId="{455771E8-5711-3DE5-A26E-6DF91E3CA75D}"/>
          </ac:spMkLst>
        </pc:spChg>
        <pc:spChg chg="mod">
          <ac:chgData name="Safkat Hasin Alavi" userId="35739ede1c10b294" providerId="Windows Live" clId="Web-{E13E1503-F8C5-4392-A3A4-EB353253B527}" dt="2025-10-14T00:59:46.637" v="298" actId="20577"/>
          <ac:spMkLst>
            <pc:docMk/>
            <pc:sldMk cId="710964598" sldId="266"/>
            <ac:spMk id="3" creationId="{5FDA0580-2AAC-A149-2604-5AEFC2E8A95C}"/>
          </ac:spMkLst>
        </pc:spChg>
        <pc:spChg chg="add del mod">
          <ac:chgData name="Safkat Hasin Alavi" userId="35739ede1c10b294" providerId="Windows Live" clId="Web-{E13E1503-F8C5-4392-A3A4-EB353253B527}" dt="2025-10-14T01:00:40.325" v="300"/>
          <ac:spMkLst>
            <pc:docMk/>
            <pc:sldMk cId="710964598" sldId="266"/>
            <ac:spMk id="5" creationId="{31846B66-B3E5-33A6-B108-E586161ECCAA}"/>
          </ac:spMkLst>
        </pc:spChg>
        <pc:picChg chg="add mod ord">
          <ac:chgData name="Safkat Hasin Alavi" userId="35739ede1c10b294" providerId="Windows Live" clId="Web-{E13E1503-F8C5-4392-A3A4-EB353253B527}" dt="2025-10-14T01:00:56.434" v="302" actId="1076"/>
          <ac:picMkLst>
            <pc:docMk/>
            <pc:sldMk cId="710964598" sldId="266"/>
            <ac:picMk id="6" creationId="{B16DB399-253A-84D1-5155-C4E3E6026124}"/>
          </ac:picMkLst>
        </pc:picChg>
        <pc:picChg chg="del">
          <ac:chgData name="Safkat Hasin Alavi" userId="35739ede1c10b294" providerId="Windows Live" clId="Web-{E13E1503-F8C5-4392-A3A4-EB353253B527}" dt="2025-10-14T01:00:38.497" v="299"/>
          <ac:picMkLst>
            <pc:docMk/>
            <pc:sldMk cId="710964598" sldId="266"/>
            <ac:picMk id="10" creationId="{645263C1-DAD9-E8D3-21F1-7F0D06BCEC7A}"/>
          </ac:picMkLst>
        </pc:picChg>
      </pc:sldChg>
      <pc:sldChg chg="addSp delSp modSp new">
        <pc:chgData name="Safkat Hasin Alavi" userId="35739ede1c10b294" providerId="Windows Live" clId="Web-{E13E1503-F8C5-4392-A3A4-EB353253B527}" dt="2025-10-14T01:03:09.732" v="330" actId="20577"/>
        <pc:sldMkLst>
          <pc:docMk/>
          <pc:sldMk cId="1607286947" sldId="267"/>
        </pc:sldMkLst>
        <pc:spChg chg="mod">
          <ac:chgData name="Safkat Hasin Alavi" userId="35739ede1c10b294" providerId="Windows Live" clId="Web-{E13E1503-F8C5-4392-A3A4-EB353253B527}" dt="2025-10-14T01:01:53.388" v="314" actId="20577"/>
          <ac:spMkLst>
            <pc:docMk/>
            <pc:sldMk cId="1607286947" sldId="267"/>
            <ac:spMk id="2" creationId="{17A1B60B-075D-316E-5F39-4BC7747F2995}"/>
          </ac:spMkLst>
        </pc:spChg>
        <pc:spChg chg="del">
          <ac:chgData name="Safkat Hasin Alavi" userId="35739ede1c10b294" providerId="Windows Live" clId="Web-{E13E1503-F8C5-4392-A3A4-EB353253B527}" dt="2025-10-14T01:01:16.278" v="304"/>
          <ac:spMkLst>
            <pc:docMk/>
            <pc:sldMk cId="1607286947" sldId="267"/>
            <ac:spMk id="3" creationId="{0637F520-0968-5F09-9F18-D00266E2D6D9}"/>
          </ac:spMkLst>
        </pc:spChg>
        <pc:spChg chg="mod">
          <ac:chgData name="Safkat Hasin Alavi" userId="35739ede1c10b294" providerId="Windows Live" clId="Web-{E13E1503-F8C5-4392-A3A4-EB353253B527}" dt="2025-10-14T01:01:23.169" v="305" actId="20577"/>
          <ac:spMkLst>
            <pc:docMk/>
            <pc:sldMk cId="1607286947" sldId="267"/>
            <ac:spMk id="4" creationId="{BA4AD24A-D89C-3492-DFA7-385C59A171BB}"/>
          </ac:spMkLst>
        </pc:spChg>
        <pc:spChg chg="add del mod">
          <ac:chgData name="Safkat Hasin Alavi" userId="35739ede1c10b294" providerId="Windows Live" clId="Web-{E13E1503-F8C5-4392-A3A4-EB353253B527}" dt="2025-10-14T01:02:19.357" v="318"/>
          <ac:spMkLst>
            <pc:docMk/>
            <pc:sldMk cId="1607286947" sldId="267"/>
            <ac:spMk id="5" creationId="{8743DD15-B1E7-DDD6-E5D9-4DB65BFF084F}"/>
          </ac:spMkLst>
        </pc:spChg>
        <pc:spChg chg="add del">
          <ac:chgData name="Safkat Hasin Alavi" userId="35739ede1c10b294" providerId="Windows Live" clId="Web-{E13E1503-F8C5-4392-A3A4-EB353253B527}" dt="2025-10-14T01:02:30.997" v="320"/>
          <ac:spMkLst>
            <pc:docMk/>
            <pc:sldMk cId="1607286947" sldId="267"/>
            <ac:spMk id="6" creationId="{C742A095-D3DA-962E-7839-F2353149C64E}"/>
          </ac:spMkLst>
        </pc:spChg>
        <pc:spChg chg="add mod">
          <ac:chgData name="Safkat Hasin Alavi" userId="35739ede1c10b294" providerId="Windows Live" clId="Web-{E13E1503-F8C5-4392-A3A4-EB353253B527}" dt="2025-10-14T01:03:09.732" v="330" actId="20577"/>
          <ac:spMkLst>
            <pc:docMk/>
            <pc:sldMk cId="1607286947" sldId="267"/>
            <ac:spMk id="7" creationId="{1DAE7C86-48DC-335D-B7BD-278E33E5C4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4709" y="1122363"/>
            <a:ext cx="9018608" cy="2310436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Big Data Technologies – Assignment 1 Presentation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4355" y="3602038"/>
            <a:ext cx="50349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 Name: </a:t>
            </a:r>
            <a:r>
              <a:rPr lang="en-US" dirty="0" err="1"/>
              <a:t>Safkat</a:t>
            </a:r>
            <a:r>
              <a:rPr lang="en-US" dirty="0"/>
              <a:t> Hasin Alavi</a:t>
            </a:r>
            <a:endParaRPr lang="en-US"/>
          </a:p>
          <a:p>
            <a:pPr algn="l"/>
            <a:r>
              <a:rPr lang="en-US" dirty="0"/>
              <a:t>ID:48726591</a:t>
            </a:r>
          </a:p>
          <a:p>
            <a:pPr algn="l"/>
            <a:r>
              <a:rPr lang="en-US" dirty="0">
                <a:ea typeface="+mn-lt"/>
                <a:cs typeface="+mn-lt"/>
              </a:rPr>
              <a:t>Macquarie University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DEA7-88A3-936C-C93E-0461CE69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3446-6D55-532C-3E27-8405093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Brief overview of assignment objectives: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-Implement data ingestion and analysis pipeline using MongoDB &amp; Neo4j.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-Explore fraud detection via Graph Data Science (GDS).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Tools used: MongoDB, Neo4j, Cypher, and GDS library.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94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46DD-B5D3-7946-DD20-F905659A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B157-A459-1DDB-0B96-763B72BE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MongoDB Data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316D-153B-A48C-3E27-B57884F66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Overview of MongoDB ingestion workflow.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Data Cleaning (Removed </a:t>
            </a:r>
            <a:r>
              <a:rPr lang="en-US" dirty="0" err="1">
                <a:ea typeface="+mn-lt"/>
                <a:cs typeface="+mn-lt"/>
              </a:rPr>
              <a:t>ObjectId</a:t>
            </a:r>
            <a:r>
              <a:rPr lang="en-US" dirty="0">
                <a:ea typeface="+mn-lt"/>
                <a:cs typeface="+mn-lt"/>
              </a:rPr>
              <a:t> , </a:t>
            </a:r>
            <a:r>
              <a:rPr lang="en-US" dirty="0" err="1">
                <a:ea typeface="+mn-lt"/>
                <a:cs typeface="+mn-lt"/>
              </a:rPr>
              <a:t>NumberLong</a:t>
            </a:r>
            <a:r>
              <a:rPr lang="en-US" dirty="0">
                <a:ea typeface="+mn-lt"/>
                <a:cs typeface="+mn-lt"/>
              </a:rPr>
              <a:t> , malformed JSON)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features: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JSON data ingestion.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Index creation for efficient querying.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4" name="Picture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26FE0D-ADCA-D8C3-11F1-AC526BF949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919" b="2919"/>
          <a:stretch/>
        </p:blipFill>
        <p:spPr>
          <a:xfrm>
            <a:off x="5363383" y="987425"/>
            <a:ext cx="581181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7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2B83-187A-CF4A-12E1-CF6223F5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5397-29BA-9291-58B8-F26EC659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MongoDB – Analytical Queries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5232-777B-FC88-306E-533F57951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3959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Key Query 1: Emerging Hashtags (Growth Rate)</a:t>
            </a:r>
          </a:p>
          <a:p>
            <a:r>
              <a:rPr lang="en-US" dirty="0">
                <a:ea typeface="+mn-lt"/>
                <a:cs typeface="+mn-lt"/>
              </a:rPr>
              <a:t>- Used $unwind , $</a:t>
            </a:r>
            <a:r>
              <a:rPr lang="en-US" dirty="0" err="1">
                <a:ea typeface="+mn-lt"/>
                <a:cs typeface="+mn-lt"/>
              </a:rPr>
              <a:t>dateTrunc</a:t>
            </a:r>
            <a:r>
              <a:rPr lang="en-US" dirty="0">
                <a:ea typeface="+mn-lt"/>
                <a:cs typeface="+mn-lt"/>
              </a:rPr>
              <a:t> , $group , $</a:t>
            </a:r>
            <a:r>
              <a:rPr lang="en-US" dirty="0" err="1">
                <a:ea typeface="+mn-lt"/>
                <a:cs typeface="+mn-lt"/>
              </a:rPr>
              <a:t>setWindowFields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- Computed week-over-week hashtag growth. 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Query 2: Coordinated Link Bursts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- Detected domains with ≥3 users posting within 60 seconds.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- Used $match , $</a:t>
            </a:r>
            <a:r>
              <a:rPr lang="en-US" dirty="0" err="1">
                <a:ea typeface="+mn-lt"/>
                <a:cs typeface="+mn-lt"/>
              </a:rPr>
              <a:t>setWindowFields</a:t>
            </a:r>
            <a:r>
              <a:rPr lang="en-US" dirty="0">
                <a:ea typeface="+mn-lt"/>
                <a:cs typeface="+mn-lt"/>
              </a:rPr>
              <a:t> , $group . 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Query 3: High-volume Near-Duplicates per User</a:t>
            </a:r>
            <a:endParaRPr lang="en-US" dirty="0"/>
          </a:p>
        </p:txBody>
      </p:sp>
      <p:pic>
        <p:nvPicPr>
          <p:cNvPr id="10" name="Picture Placeholder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3D7BB1C-EDF8-CA2E-F566-1B0800F70E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984" r="9984"/>
          <a:stretch/>
        </p:blipFill>
        <p:spPr>
          <a:xfrm>
            <a:off x="6022680" y="793696"/>
            <a:ext cx="617220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4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16EA-D58A-F074-C95B-6F41C9844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5E74-95C5-D288-5260-C23CFF67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56642" cy="160020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MongoDB – Advanced Integrity &amp; Coordination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B8132-9D5F-6325-6F83-758A27C6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3959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Key Query 1: Sock-puppet Signals</a:t>
            </a:r>
          </a:p>
          <a:p>
            <a:pPr marL="971550" lvl="1" indent="-285750">
              <a:buFont typeface="Arial"/>
              <a:buChar char="•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Query 2:  Cross-account Promotion Chains.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6A880B-4834-CCE6-D644-7989C14DB6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253" r="15253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4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269B0-C30D-1A77-313E-E6E60C8A9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A54A3-7E54-9C87-4850-8A3F3CA3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Neo4j – Data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7991-5CF0-26E7-DE40-B8E13CC00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Data model design: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Nodes: Client, Store, Transaction, Source.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700"/>
              <a:t>Relationships: PURCHASED, TRANSFERRED_TO, SIMILAR_TO, NEXT_TXN_OF.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marL="971550" lvl="1"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Design emphasis on scalability and extensibility.</a:t>
            </a:r>
          </a:p>
          <a:p>
            <a:pPr marL="0" indent="-228600">
              <a:buFont typeface="Arial" panose="020B0604020202020204" pitchFamily="34" charset="0"/>
              <a:buChar char="•"/>
            </a:pPr>
            <a:br>
              <a:rPr lang="en-US" sz="1700"/>
            </a:br>
            <a:endParaRPr lang="en-US" sz="170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EAF66D-5690-2EB1-2B06-7939432928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3386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116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570EA-BC90-DA93-2F5E-07CDFB35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91046C-6D71-8C5D-E241-EBE49E68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14539-B9AB-A70F-7504-C30C5D83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601607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ea typeface="+mj-lt"/>
                <a:cs typeface="+mj-lt"/>
              </a:rPr>
              <a:t>Temporal Representation &amp; Integrity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A40D99-C2DD-4516-C64C-0721F50A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7B792-C06A-9ABD-4102-8D92ABFED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1700" dirty="0"/>
            </a:br>
            <a:r>
              <a:rPr lang="en-US" sz="1700" dirty="0">
                <a:ea typeface="+mn-lt"/>
                <a:cs typeface="+mn-lt"/>
              </a:rPr>
              <a:t>• Converted </a:t>
            </a:r>
            <a:r>
              <a:rPr lang="en-US" sz="1700" err="1">
                <a:ea typeface="+mn-lt"/>
                <a:cs typeface="+mn-lt"/>
              </a:rPr>
              <a:t>timeOffset</a:t>
            </a:r>
            <a:r>
              <a:rPr lang="en-US" sz="1700" dirty="0">
                <a:ea typeface="+mn-lt"/>
                <a:cs typeface="+mn-lt"/>
              </a:rPr>
              <a:t> into absolute timestamps (  datetime ). </a:t>
            </a:r>
          </a:p>
          <a:p>
            <a:r>
              <a:rPr lang="en-US" sz="1700" dirty="0">
                <a:ea typeface="+mn-lt"/>
                <a:cs typeface="+mn-lt"/>
              </a:rPr>
              <a:t>• Derived temporal features: hour, weekday, business hours flag.</a:t>
            </a:r>
          </a:p>
          <a:p>
            <a:r>
              <a:rPr lang="en-US" sz="1700" dirty="0">
                <a:ea typeface="+mn-lt"/>
                <a:cs typeface="+mn-lt"/>
              </a:rPr>
              <a:t>• Indexed fields for query efficiency.</a:t>
            </a:r>
            <a:endParaRPr lang="en-US" dirty="0"/>
          </a:p>
          <a:p>
            <a:r>
              <a:rPr lang="en-US" sz="1700" dirty="0">
                <a:ea typeface="+mn-lt"/>
                <a:cs typeface="+mn-lt"/>
              </a:rPr>
              <a:t>• Data integrity maintained with unique constraints.</a:t>
            </a:r>
            <a:endParaRPr lang="en-US" dirty="0"/>
          </a:p>
          <a:p>
            <a:endParaRPr lang="en-US" sz="1700" dirty="0"/>
          </a:p>
        </p:txBody>
      </p:sp>
      <p:pic>
        <p:nvPicPr>
          <p:cNvPr id="6" name="Picture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BFE8DCF-7645-2F3B-E4D3-68B5FAC95A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891" r="4891"/>
          <a:stretch/>
        </p:blipFill>
        <p:spPr>
          <a:xfrm>
            <a:off x="5183188" y="1225778"/>
            <a:ext cx="6172200" cy="439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18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1C3B4-A7D0-9672-34E6-47BE6727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B98E27-9F8B-7E17-3596-E1C90DEBD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8A0F6-4E20-8111-5A1F-F7060C84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601607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ea typeface="+mj-lt"/>
                <a:cs typeface="+mj-lt"/>
              </a:rPr>
              <a:t>Cypher Query Demonstrations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69BD39-2764-2610-D9C0-9C844DD3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D26F-FE7B-67F5-4242-33EE56A79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ea typeface="+mn-lt"/>
                <a:cs typeface="+mn-lt"/>
              </a:rPr>
              <a:t>Example queries executed in Neo4j: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Problem 1: Clients spending most in a specific window.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Problem 2: Clients with largest negative cashflow.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Problem 3: Pass-through detection for suspicious sellers.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Problem 4: Transaction temporal ordering.</a:t>
            </a:r>
            <a:endParaRPr lang="en-US" dirty="0">
              <a:ea typeface="+mn-lt"/>
              <a:cs typeface="+mn-lt"/>
            </a:endParaRPr>
          </a:p>
          <a:p>
            <a:endParaRPr lang="en-US" sz="1700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7816A1-7506-E0CC-12FD-EFFC8FB57B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602" r="9602"/>
          <a:stretch/>
        </p:blipFill>
        <p:spPr>
          <a:xfrm>
            <a:off x="5183188" y="1455390"/>
            <a:ext cx="6172200" cy="393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8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A8406-93C2-BA91-5402-70EAC108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A87AF98-0860-709D-CC2E-8B8B3849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15F2-F497-C7D9-66BD-27F31F5A8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601607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ea typeface="+mj-lt"/>
                <a:cs typeface="+mj-lt"/>
              </a:rPr>
              <a:t>Graph Data Science (GDS) Analysis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EF0E5C-4942-5183-CF83-56DB23F8F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9F278-4F26-99DC-32E6-0C5B935F1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Algorithms applied: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Louvain &amp; Connected Components for community detection.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PageRank &amp; Betweenness for centrality analysis.</a:t>
            </a:r>
            <a:endParaRPr lang="en-US" dirty="0"/>
          </a:p>
          <a:p>
            <a:r>
              <a:rPr lang="en-US" sz="1700">
                <a:ea typeface="+mn-lt"/>
                <a:cs typeface="+mn-lt"/>
              </a:rPr>
              <a:t>Insights: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Identification of dense fraud clusters.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Detection of key intermediary clients.</a:t>
            </a:r>
            <a:endParaRPr lang="en-US" dirty="0"/>
          </a:p>
          <a:p>
            <a:endParaRPr lang="en-US" sz="1700" dirty="0"/>
          </a:p>
        </p:txBody>
      </p:sp>
      <p:pic>
        <p:nvPicPr>
          <p:cNvPr id="10" name="Picture Placeholder 9" descr="A black background with green circles&#10;&#10;AI-generated content may be incorrect.">
            <a:extLst>
              <a:ext uri="{FF2B5EF4-FFF2-40B4-BE49-F238E27FC236}">
                <a16:creationId xmlns:a16="http://schemas.microsoft.com/office/drawing/2014/main" id="{D774C36B-264F-0C62-E9E3-7F53FA5C088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4313" b="24313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457D6-7CE4-060F-B975-6C7C1B50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4CE930A-E6F1-06F4-6CE2-A5FF79B76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771E8-5711-3DE5-A26E-6DF91E3C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601607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ea typeface="+mj-lt"/>
                <a:cs typeface="+mj-lt"/>
              </a:rPr>
              <a:t>Slide 8: Conclusion &amp; Reflections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E8EB43-20E2-AA99-04A8-A2FB07C2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0580-2AAC-A149-2604-5AEFC2E8A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341096"/>
            <a:ext cx="4498848" cy="39316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700" b="1" dirty="0">
                <a:ea typeface="+mn-lt"/>
                <a:cs typeface="+mn-lt"/>
              </a:rPr>
              <a:t>Challenges Faced:</a:t>
            </a:r>
            <a:endParaRPr lang="en-US" b="1" dirty="0">
              <a:ea typeface="+mn-lt"/>
              <a:cs typeface="+mn-lt"/>
            </a:endParaRPr>
          </a:p>
          <a:p>
            <a:r>
              <a:rPr lang="en-US" sz="1700" dirty="0">
                <a:ea typeface="+mn-lt"/>
                <a:cs typeface="+mn-lt"/>
              </a:rPr>
              <a:t>- Cleaning malformed JSON from Twitter dataset.</a:t>
            </a:r>
            <a:endParaRPr lang="en-US" dirty="0">
              <a:ea typeface="+mn-lt"/>
              <a:cs typeface="+mn-lt"/>
            </a:endParaRPr>
          </a:p>
          <a:p>
            <a:r>
              <a:rPr lang="en-US" sz="1700" dirty="0">
                <a:ea typeface="+mn-lt"/>
                <a:cs typeface="+mn-lt"/>
              </a:rPr>
              <a:t>- Building efficient graph projections in Neo4j.</a:t>
            </a:r>
            <a:endParaRPr lang="en-US" dirty="0">
              <a:ea typeface="+mn-lt"/>
              <a:cs typeface="+mn-lt"/>
            </a:endParaRPr>
          </a:p>
          <a:p>
            <a:r>
              <a:rPr lang="en-US" sz="1700" dirty="0">
                <a:ea typeface="+mn-lt"/>
                <a:cs typeface="+mn-lt"/>
              </a:rPr>
              <a:t>- Understanding GDS pipeline configurations.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Key Learnings:</a:t>
            </a:r>
          </a:p>
          <a:p>
            <a:r>
              <a:rPr lang="en-US" dirty="0">
                <a:ea typeface="+mn-lt"/>
                <a:cs typeface="+mn-lt"/>
              </a:rPr>
              <a:t>- Indexing and relationship modeling dramatically improve query time.</a:t>
            </a:r>
          </a:p>
          <a:p>
            <a:r>
              <a:rPr lang="en-US" dirty="0">
                <a:ea typeface="+mn-lt"/>
                <a:cs typeface="+mn-lt"/>
              </a:rPr>
              <a:t>- Graph algorithms reveal hidden fraud structures unseen in tabular data.</a:t>
            </a:r>
          </a:p>
          <a:p>
            <a:r>
              <a:rPr lang="en-US" dirty="0">
                <a:ea typeface="+mn-lt"/>
                <a:cs typeface="+mn-lt"/>
              </a:rPr>
              <a:t>- Integration of MongoDB + Neo4j = holistic data ecosystem.</a:t>
            </a:r>
          </a:p>
          <a:p>
            <a:r>
              <a:rPr lang="en-US" b="1" dirty="0">
                <a:ea typeface="+mn-lt"/>
                <a:cs typeface="+mn-lt"/>
              </a:rPr>
              <a:t>Future Work: </a:t>
            </a:r>
            <a:r>
              <a:rPr lang="en-US" dirty="0">
                <a:ea typeface="+mn-lt"/>
                <a:cs typeface="+mn-lt"/>
              </a:rPr>
              <a:t>Extend to real-time fraud detection and explainable AI integration.</a:t>
            </a:r>
            <a:endParaRPr lang="en-US" dirty="0"/>
          </a:p>
        </p:txBody>
      </p:sp>
      <p:pic>
        <p:nvPicPr>
          <p:cNvPr id="6" name="Picture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16DB399-253A-84D1-5155-C4E3E602612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360" r="19360"/>
          <a:stretch/>
        </p:blipFill>
        <p:spPr>
          <a:xfrm>
            <a:off x="5531900" y="2085946"/>
            <a:ext cx="6456335" cy="312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64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B60B-075D-316E-5F39-4BC7747F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273626" cy="160020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THANK YOU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AD24A-D89C-3492-DFA7-385C59A17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E7C86-48DC-335D-B7BD-278E33E5C407}"/>
              </a:ext>
            </a:extLst>
          </p:cNvPr>
          <p:cNvSpPr txBox="1"/>
          <p:nvPr/>
        </p:nvSpPr>
        <p:spPr>
          <a:xfrm>
            <a:off x="3155349" y="2561911"/>
            <a:ext cx="691860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ea typeface="+mn-lt"/>
                <a:cs typeface="+mn-lt"/>
              </a:rPr>
              <a:t>Safkat</a:t>
            </a:r>
            <a:r>
              <a:rPr lang="en-US" sz="2800" dirty="0">
                <a:ea typeface="+mn-lt"/>
                <a:cs typeface="+mn-lt"/>
              </a:rPr>
              <a:t> Hasin Alavi Student</a:t>
            </a:r>
          </a:p>
          <a:p>
            <a:r>
              <a:rPr lang="en-US" sz="2800" dirty="0">
                <a:ea typeface="+mn-lt"/>
                <a:cs typeface="+mn-lt"/>
              </a:rPr>
              <a:t> ID: 48726591 </a:t>
            </a:r>
          </a:p>
          <a:p>
            <a:r>
              <a:rPr lang="en-US" sz="2800" dirty="0">
                <a:ea typeface="+mn-lt"/>
                <a:cs typeface="+mn-lt"/>
              </a:rPr>
              <a:t>Macquarie University – COMP8871 Big Data Technologies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0728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Big Data Technologies – Assignment 1 Presentation</vt:lpstr>
      <vt:lpstr>Introduction</vt:lpstr>
      <vt:lpstr>MongoDB Data Pipeline</vt:lpstr>
      <vt:lpstr>MongoDB – Analytical Queries</vt:lpstr>
      <vt:lpstr>MongoDB – Advanced Integrity &amp; Coordination Detection</vt:lpstr>
      <vt:lpstr>Neo4j – Data Model</vt:lpstr>
      <vt:lpstr>Temporal Representation &amp; Integrity</vt:lpstr>
      <vt:lpstr>Cypher Query Demonstrations</vt:lpstr>
      <vt:lpstr>Graph Data Science (GDS) Analysis</vt:lpstr>
      <vt:lpstr>Slide 8: Conclusion &amp; Reflections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195</cp:revision>
  <dcterms:created xsi:type="dcterms:W3CDTF">2025-10-13T23:53:54Z</dcterms:created>
  <dcterms:modified xsi:type="dcterms:W3CDTF">2025-10-14T01:03:13Z</dcterms:modified>
</cp:coreProperties>
</file>